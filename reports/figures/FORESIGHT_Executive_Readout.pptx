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B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B3A"/>
                </a:solidFill>
                <a:latin typeface="Arial"/>
              </a:rPr>
              <a:t>Forecast Error: Model vs. Baseline (WAPE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(lower is better)</c:v>
                </c:pt>
              </c:strCache>
            </c:strRef>
          </c:tx>
          <c:spPr>
            <a:solidFill>
              <a:srgbClr val="4C4E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4E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0C99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Simple Baseline
(last year's pattern)</c:v>
                  </c:pt>
                  <c:pt idx="1">
                    <c:v>Our Forecast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21.9</c:v>
                </c:pt>
                <c:pt idx="1">
                  <c:v>20.5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A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0C997"/>
              </a:solidFill>
              <a:effectLst/>
            </c:spPr>
          </c:dPt>
          <c:dPt>
            <c:idx val="1"/>
            <c:bubble3D val="0"/>
            <c:spPr>
              <a:solidFill>
                <a:srgbClr val="E03131"/>
              </a:solidFill>
              <a:effectLst/>
            </c:spPr>
          </c:dPt>
          <c:dPt>
            <c:idx val="2"/>
            <c:bubble3D val="0"/>
            <c:spPr>
              <a:solidFill>
                <a:srgbClr val="4C4EF5"/>
              </a:solidFill>
              <a:effectLst/>
            </c:spPr>
          </c:dPt>
          <c:dPt>
            <c:idx val="3"/>
            <c:bubble3D val="0"/>
            <c:spPr>
              <a:solidFill>
                <a:srgbClr val="845EF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Healthy</c:v>
                </c:pt>
                <c:pt idx="1">
                  <c:v>Reorder Now</c:v>
                </c:pt>
                <c:pt idx="2">
                  <c:v>Markdown / Clear</c:v>
                </c:pt>
                <c:pt idx="3">
                  <c:v>Watch / Volatile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109</c:v>
                </c:pt>
                <c:pt idx="1">
                  <c:v>71</c:v>
                </c:pt>
                <c:pt idx="2">
                  <c:v>23</c:v>
                </c:pt>
                <c:pt idx="3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A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B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FORESIGHT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Inventory Intelligence — Executive Readout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Head of Operations &amp; Finance  |  NorthBay Living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month we stock out of things people want, and sit on things they don’t. We’re guessing how much to order and when.”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Head of Operations, NorthBay Living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313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run out. Sales are lost and never recovered.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C4EF5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pile up. Cash gets locked in warehouse space.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8346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45EF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4251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runs on spreadsheets and gut feel, not data.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value currently at stake across NorthBay's ~200 SKUs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4254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from products likely to stock out next week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4254D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286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C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$539K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32004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locked in overstocked products that should be cleared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4254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86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C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need reordering now, out of 203 tracked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4254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286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44000" y="32004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are overstocked and are markdown/clearance candidates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come from combining a weekly demand forecast with each product's current stock position — not a guess.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working together, that answer NorthBay's original 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7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weekly sales for every product, 6-8 weeks ahead.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7F7F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each product as Reorder Now, Clear Stock, Watch, or Healthy.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7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Dashboard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filterable tool the Ops team can use without a data scientist.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7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Service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online — accessible from any browser, refreshable monthly.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Forecast Any Good?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error as WAPE (% of demand missed) and compared our model against the simplest honest guess: “this week looks like last year.”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20574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874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beats the baseline by 1.4 points — a genuine, honest improvement.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29718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2788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achieved by testing on weeks the model never saw during training.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66560" y="3886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3703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individual products still forecast better than others — this is normal and is monitored.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Product Stands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 SKUs, sorted into four action zones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828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0C997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7739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(109)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29400" y="2121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— stock matches expected demand.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2880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03131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8254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 (71)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29400" y="31729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stock out before the next delivery arrives.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9319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C4EF5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877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 (23)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29400" y="42245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far more stock than will sell soon — promote or discount.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49834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845EF7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9286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Volatile (0)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29400" y="527608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on both fronts — currently no SKUs in this zone.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83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0" y="1691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action the 71 “Reorder Now” products in the dashboard — raise replenishment orders before they run 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383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markdown or promotion planning for the 23 overstocked SKUs to free up roughly $539K in locked capital.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983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4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4892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pipeline monthly as new sales data arrives; the dashboard and risk flags refresh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What This Doesn't Do (Yet)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3131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on 2 years of historical data — accuracy should be re-checked as new patterns emerge.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313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14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with little sales history get less reliable forecasts; they fall back on category-level patterns.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313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place orders automatically — every recommendation is reviewed and actioned by the Ops team.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313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434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and unusual demand swings (e.g. viral products) can still surprise the model.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system beats guesswork, is honest about its accuracy, and gets more reliable the more it's used.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2026-08-22T06:10:29Z</dcterms:created>
  <dcterms:modified xsi:type="dcterms:W3CDTF">2026-08-22T06:10:29Z</dcterms:modified>
</cp:coreProperties>
</file>